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Montserrat"/>
      <p:regular r:id="rId13"/>
    </p:embeddedFon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320885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Microsoft Presidio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4280297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open-source framework for detecting and protecting sensitive information in text-based systems.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64858"/>
            <a:ext cx="581382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Presidio Does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058352"/>
            <a:ext cx="952654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Presidio scans text data to identify personally identifiable information (PII) before it gets stored or shared. Think of it as a filter that catches sensitive details like names, phone numbers, and credit card data.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390900"/>
            <a:ext cx="952654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It's built for systems that handle large volumes of unstructured text—AI models, chatbots, log files, and document processors.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184" y="2113955"/>
            <a:ext cx="2692598" cy="2692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3798" y="5361861"/>
            <a:ext cx="4136350" cy="2102763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110615" y="560867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 Protection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10615" y="610731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Stops sensitive data from reaching unsafe storage or third-party systems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246965" y="5361861"/>
            <a:ext cx="4136350" cy="2102763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493782" y="5608677"/>
            <a:ext cx="36024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Multi-Language Support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3782" y="610731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across different languages and custom entity types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630132" y="5361861"/>
            <a:ext cx="4136350" cy="2102763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876949" y="560867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Integration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76949" y="610731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Fits directly into ML pipelines and NLP workflows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149191"/>
            <a:ext cx="1426250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1223129"/>
            <a:ext cx="113026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169199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You Run 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3798" y="276344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Presidio isn't a desktop app or a ready-made SaaS platform. It's a Python-based framework you deploy yourself.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341126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3798" y="380023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863798" y="3984546"/>
            <a:ext cx="284999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Development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3798" y="448317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 on your laptop during testing and prototyping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46965" y="341126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246965" y="380023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5246965" y="3984546"/>
            <a:ext cx="291107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On-Premise Servers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46965" y="448317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within your own infrastructure for full data control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30132" y="3411260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3800237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6" name="Text 14"/>
          <p:cNvSpPr/>
          <p:nvPr/>
        </p:nvSpPr>
        <p:spPr>
          <a:xfrm>
            <a:off x="9630132" y="3984546"/>
            <a:ext cx="300085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Environments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30132" y="4483179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Host on AWS, Azure, or GCP using containerized services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63798" y="5686187"/>
            <a:ext cx="12902803" cy="1394222"/>
          </a:xfrm>
          <a:prstGeom prst="roundRect">
            <a:avLst>
              <a:gd name="adj" fmla="val 2656"/>
            </a:avLst>
          </a:prstGeom>
          <a:solidFill>
            <a:srgbClr val="D6D7D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6037778"/>
            <a:ext cx="308491" cy="24681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65923" y="5994678"/>
            <a:ext cx="1185386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self-hosted model means your data never leaves your environment—critical for regulated industries like healthcare and finance.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462" y="660440"/>
            <a:ext cx="279356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Inputs and Outputs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693" y="1361718"/>
            <a:ext cx="11534894" cy="6210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1253" y="562332"/>
            <a:ext cx="5537597" cy="5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Working With Presidio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451253" y="1549598"/>
            <a:ext cx="11727775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Presidio runs as a backend service, not a point-and-click interface. Developers integrate it using code and APIs.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253" y="2084903"/>
            <a:ext cx="3909179" cy="815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5207" y="3104674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 Scripts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55207" y="3516630"/>
            <a:ext cx="3501271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 the library and call detection functions directly in your code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432" y="2084903"/>
            <a:ext cx="3909298" cy="815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64386" y="3104674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REST APIs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64386" y="3516630"/>
            <a:ext cx="3501390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analyzer and anonymizer services for HTTP-based integration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730" y="2084903"/>
            <a:ext cx="3909298" cy="8158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73684" y="3104674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Containers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473684" y="3516630"/>
            <a:ext cx="3501390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Package services for consistent deployment across environments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51253" y="4561761"/>
            <a:ext cx="1172777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Expect to write configuration files and API calls. Basic Python knowledge makes integration smoother, especially when building custom recognizers.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1253" y="5606891"/>
            <a:ext cx="310122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Choose Presidio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1451253" y="615850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licensing fees or vendor lock-in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51253" y="653569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transparency into detection logic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51253" y="691288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anywhere without cloud dependency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51253" y="729007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Customize recognizers for niche use cases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571423" y="5606891"/>
            <a:ext cx="3399592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When Alternatives Win</a:t>
            </a:r>
            <a:endParaRPr lang="en-US" sz="2150" dirty="0"/>
          </a:p>
        </p:txBody>
      </p:sp>
      <p:sp>
        <p:nvSpPr>
          <p:cNvPr id="20" name="Text 15"/>
          <p:cNvSpPr/>
          <p:nvPr/>
        </p:nvSpPr>
        <p:spPr>
          <a:xfrm>
            <a:off x="7571423" y="615850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 managed services with minimal DevOps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571423" y="653569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Want native integration with cloud providers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71423" y="6912888"/>
            <a:ext cx="561510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 compliance dashboards out of the box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509" y="655677"/>
            <a:ext cx="6831687" cy="677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Alternatives to Consider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34509" y="1809750"/>
            <a:ext cx="12961382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Presidio competes with both commercial platforms and open-source tools. Each has trade-offs.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4509" y="2435543"/>
            <a:ext cx="6361509" cy="2449949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989" y="2466023"/>
            <a:ext cx="6300549" cy="71520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6432" y="2644735"/>
            <a:ext cx="357545" cy="357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3352" y="3419594"/>
            <a:ext cx="27093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Google DLP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03352" y="3901321"/>
            <a:ext cx="5823823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if you're already on Google Cloud. Easier setup but locks you into their ecosystem.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434382" y="2435543"/>
            <a:ext cx="6361509" cy="2449949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64862" y="2466023"/>
            <a:ext cx="6300549" cy="71520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6304" y="2644735"/>
            <a:ext cx="357545" cy="3575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3225" y="3419594"/>
            <a:ext cx="27093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AWS Macie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703225" y="3901321"/>
            <a:ext cx="5823823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well for S3 data discovery. Less flexible for custom text processing pipelines.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834509" y="5123855"/>
            <a:ext cx="6361509" cy="2449949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989" y="5154335"/>
            <a:ext cx="6300549" cy="71520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6432" y="5333048"/>
            <a:ext cx="357545" cy="357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3352" y="6107906"/>
            <a:ext cx="27093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Privacera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103352" y="6589633"/>
            <a:ext cx="5823823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Enterprise-grade governance platform. Higher cost, more features for compliance teams.</a:t>
            </a:r>
            <a:endParaRPr lang="en-US" sz="1850" dirty="0"/>
          </a:p>
        </p:txBody>
      </p:sp>
      <p:sp>
        <p:nvSpPr>
          <p:cNvPr id="19" name="Shape 14"/>
          <p:cNvSpPr/>
          <p:nvPr/>
        </p:nvSpPr>
        <p:spPr>
          <a:xfrm>
            <a:off x="7434382" y="5123855"/>
            <a:ext cx="6361509" cy="2449949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64862" y="5154335"/>
            <a:ext cx="6300549" cy="71520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6304" y="5333048"/>
            <a:ext cx="357545" cy="3575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03225" y="6107906"/>
            <a:ext cx="27093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OneTrust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703225" y="6589633"/>
            <a:ext cx="5823823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Focused on privacy management and auditing. Less technical, more policy-oriented.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2026-01-26T09:12:45Z</dcterms:created>
  <dcterms:modified xsi:type="dcterms:W3CDTF">2026-01-26T09:12:45Z</dcterms:modified>
</cp:coreProperties>
</file>